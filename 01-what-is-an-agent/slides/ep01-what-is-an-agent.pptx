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them in 20 seconds. Say the title, then: 'Every vendor now sells agents. Most of them are a chatbot with a new logo. In 12 minutes you'll know the difference — and the three things that break the moment you put one inside enterprise software.'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contract with the viewer. Three outcomes, nothing more. Then: 'Let's start with the only definition you need.'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sentence slowly, twice. Then point at the three words: decides, loop, tools. 'Remove any one and you have something useful — but it is not an agent.'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people screenshot. Walk left to right. The question that places any system on this line: who decides the control flow? Left: the developer wrote it. Right: the model chooses at runtime. Further right = more autonomy = more governance you owe.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live on the whiteboard if you can. Goal in, the model plans, acts by calling a tool, observes the result, and goes back to planning. It stops when it decides the goal is met — or when YOU stop it with a limit on steps, cost or time. The limit is the part demos leave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1 to 3 get you a demo. Parts 4 and 5 get you something that survives production. Every architecture review you run on an 'agent' should ask for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here: these are often the RIGHT answer. Cheaper, more predictable, easier to test. The point is naming. Don't let 'agent' into the architecture review when the model never chooses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screen share. Run workflow.py first — fixed steps, predictable. Then run basic_agent.py on the same ticket and narrate the tool calls as they print. Pause on the moment the model CHOSE check_refund_policy without being told to. That is the whole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this. The loop is 15 lines. Point at the three annotated parts: the model call (plan), the stop check (done), and the tool execution (act + observe). Then show MAX_STEPS — the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enterprise part. First breakpoint: identity. The agent calls your order API — as whom? Walk the three options. The enterprise answer is the third: the agent gets its own identity, scoped per tenant, per user, per task — with least-privilege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breakpoint: tenancy. One agent, many customers. Memory, tools and retrieval each have to be tenant-isolated — otherwise you've shipped a data leak with a chat window on it. I've lived this on a multi-tenant platform; the agent's placement follows the same ADR discipline as any other multi-tenant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breakpoint: accountability. Who approved the action? How do you audit a decision the model made at step 7 of 12? Four things you need before an agent touches production — and each one is an episode later in the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30 seconds, then the call to action. Next episode we build an MCP server for an enterprise data source — that's where tools stop being mocks.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repo. The issues tab is the whole 28-episode roadmap — ask them to open an issue with a use case they want covered. Subscribe, one episode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0" y="21031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 ·  EPISODE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AI agent actually is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isn't — in enterprise software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Pasumarthi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Head, AI &amp; Data Platforms · Founder, TradeNeo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“agents” are a chatbot with a new logo.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video you will be able to: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an agent from a workflow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 seconds, in any vendor demo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7830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0574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5 parts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agent is built from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7830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3 things that break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goes inside enterprise software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Ep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DEFINITION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an LLM that </a:t>
            </a:r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</a:t>
            </a:r>
            <a:pPr indent="0" marL="0">
              <a:buNone/>
            </a:pPr>
            <a:r>
              <a:rPr lang="en-US" sz="32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what to do next — in a </a:t>
            </a:r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pPr indent="0" marL="0">
              <a:buNone/>
            </a:pPr>
            <a:r>
              <a:rPr lang="en-US" sz="32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using </a:t>
            </a:r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pPr indent="0" marL="0">
              <a:buNone/>
            </a:pPr>
            <a:r>
              <a:rPr lang="en-US" sz="32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until a goal is met.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31089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next action, not the developer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31089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observe → repeat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31089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touch systems: APIs, data, other agents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one of the three and it isn't an agent.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spectrum, not a switch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38528" y="195681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7" name="Shape 4"/>
          <p:cNvSpPr/>
          <p:nvPr/>
        </p:nvSpPr>
        <p:spPr>
          <a:xfrm>
            <a:off x="2148840" y="1463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40280" y="14630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30168" y="195681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0" y="1463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14630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with LLM steps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21808" y="195681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3" name="Shape 10"/>
          <p:cNvSpPr/>
          <p:nvPr/>
        </p:nvSpPr>
        <p:spPr>
          <a:xfrm>
            <a:off x="5532120" y="1463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23560" y="14630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013448" y="195681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6" name="Shape 13"/>
          <p:cNvSpPr/>
          <p:nvPr/>
        </p:nvSpPr>
        <p:spPr>
          <a:xfrm>
            <a:off x="7223760" y="1463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0" y="14630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9050">
            <a:solidFill>
              <a:srgbClr val="2E38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decides the flow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the flow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WHAT HAPPENS NEXT?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further right you go, the more autonomy you get — and the more governance you owe. Most enterprise problems are solved well in the middle.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Ep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5544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32B33"/>
          </a:solidFill>
          <a:ln w="19050">
            <a:solidFill>
              <a:srgbClr val="4FB3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938528" y="186537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7" name="Shape 4"/>
          <p:cNvSpPr/>
          <p:nvPr/>
        </p:nvSpPr>
        <p:spPr>
          <a:xfrm>
            <a:off x="2148840" y="15544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32B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30168" y="186537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0" y="15544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32B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321808" y="186537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3" name="Shape 10"/>
          <p:cNvSpPr/>
          <p:nvPr/>
        </p:nvSpPr>
        <p:spPr>
          <a:xfrm>
            <a:off x="5532120" y="15544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32B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013448" y="1865376"/>
            <a:ext cx="192024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6" name="Shape 13"/>
          <p:cNvSpPr/>
          <p:nvPr/>
        </p:nvSpPr>
        <p:spPr>
          <a:xfrm>
            <a:off x="7223760" y="155448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32B33"/>
          </a:solidFill>
          <a:ln w="19050">
            <a:solidFill>
              <a:srgbClr val="4FB3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0" y="2377440"/>
            <a:ext cx="0" cy="45720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80360" y="2834640"/>
            <a:ext cx="16916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80360" y="2377440"/>
            <a:ext cx="0" cy="45720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7432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met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wants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14884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 next step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84048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2237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limit is hit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4290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conditions are not optional. </a:t>
            </a:r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without a cap on steps, cost and time isn't a product — it's a bill. Set all three before the first demo.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Ep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parts of every agent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1261872"/>
            <a:ext cx="384048" cy="384048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02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1887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1887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 — picks actions, reads results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883664"/>
            <a:ext cx="384048" cy="384048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8105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18105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policies, what it may and may not 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505456"/>
            <a:ext cx="384048" cy="384048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4323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4323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 MCP servers, other agents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3127248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0540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30540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+ long-term store, per user and tenant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675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+ limits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017520" y="36758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stop conditions, step / cost / time caps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903720" y="118872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86600" y="1325880"/>
            <a:ext cx="1463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
</a:t>
            </a:r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 a demo
</a:t>
            </a:r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
</a:t>
            </a:r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 something that survives production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Ep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an agent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with retrieval (RAG)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questions. Never acts. No tools beyond search.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with one LLM step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decided the flow. The model fills in a blank.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 + LLM classifier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loop. No tool choice. One call, one label.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often the right answer. Just don't call them agents in the architecture review.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Ep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one support ticket, two systems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 1042 wants a refund for order A-7781 — it arrived damaged.”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WORKFLOW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workflow.py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classify(ticket)  → REFUND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lookup_order()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check_refund_policy()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eligible: issue_refund()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written by the developer.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AGENT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basic_agent.py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1] tool=lookup_order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2] tool=check_refund_policy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3] tool=issue_refund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FINAL: refund issued, reply drafted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chose each tool. Watch step 2.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01-what-is-an-agent/code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agent is one loop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0B0E11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range(MAX_STEPS):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client.messages.create(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system=SYSTEM,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tools=TOOLS, messages=messages)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messages.append(assistant(resp.content))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B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resp.stop_reason != "tool_use":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B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final_text(resp)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block in tool_uses(resp):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HANDLERS[block.name](**block.input)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results.append(tool_result(block.id, out))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messages.append(user(results))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"Stopped: step limit reached."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the goal, the tools, and everything so far — and picks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984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2258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requested → the model thinks the goal is met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825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+ OBSERVE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099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what it asked for, feed the result back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6667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94106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MAX_STEPS. Also cap cost and time in production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basic_agent.py · ~100 lines including four mock tools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THE ENTERPRISE · 1 OF 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Identity: the agent calls your API — as whom?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account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Over-privileged. One prompt injection away from reading every tenant.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user's token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correctly — but how do you delegate it safely to a process that runs for minutes?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60020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identity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principal, scoped per tenant, per user, per task. Least-privilege tools. Auditable.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15 goes deep on delegated auth and least-privilege tools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THE ENTERPRISE · 2 OF 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Tenancy: one agent, many customers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32B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(model + loop)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06040" y="1874520"/>
            <a:ext cx="548640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8" name="Shape 5"/>
          <p:cNvSpPr/>
          <p:nvPr/>
        </p:nvSpPr>
        <p:spPr>
          <a:xfrm>
            <a:off x="3291840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store, never shared context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7373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85432" y="17373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85432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81544" y="17373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81544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606040" y="2834640"/>
            <a:ext cx="548640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25603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credentials on every call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269748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89320" y="2697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85432" y="269748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85432" y="2697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81544" y="269748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81544" y="2697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606040" y="3794760"/>
            <a:ext cx="548640" cy="201168"/>
          </a:xfrm>
          <a:prstGeom prst="rightArrow">
            <a:avLst/>
          </a:prstGeom>
          <a:solidFill>
            <a:srgbClr val="2E3842"/>
          </a:solidFill>
          <a:ln/>
        </p:spPr>
      </p:sp>
      <p:sp>
        <p:nvSpPr>
          <p:cNvPr id="28" name="Shape 25"/>
          <p:cNvSpPr/>
          <p:nvPr/>
        </p:nvSpPr>
        <p:spPr>
          <a:xfrm>
            <a:off x="3291840" y="35204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747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partitioned, filtered before ranking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89320" y="36576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89320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885432" y="36576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85432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781544" y="36576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F1316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81544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9893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TENANTS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lane wrong and you've built a data leak with a chat window.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THE ENTERPRISE · 3 OF 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Accountability: who answers for step 7 of 12?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every step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call, tool call and result, tied to a user and a tenant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82880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or high-value actions pause for a person — by design, not by prompt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 on steps, cost, time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runaway loop is a budget incident; the cap is the circuit breaker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before release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set of real tasks, scored, run on every change — like any other software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9, 10, 18 and 25 cover each of these in depth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=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2468880" y="1234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+ loop + tools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parts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2011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instructions · tools · memory · loop + limits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breakpoints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2788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tenancy · accountability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32B33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EPISODE  </a:t>
            </a:r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MCP server for an enterprise data source — the moment tools stop being mocks.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· one episode a week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Code, slides and the roadmap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github.com/Agent47/agentic-enterprise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every episode, slides, scripts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LINKS.md in the repo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papers and docs behind each episode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 tab — 28 planned episodes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with a use case you want covered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B2127"/>
          </a:solidFill>
          <a:ln w="9525">
            <a:solidFill>
              <a:srgbClr val="2E38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 · LinkedIn · newsletter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episode a week, clips in between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Pasumarthi · The Agentic Enterprise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an AI agent actually is — and isn't — in enterprise software</dc:title>
  <dc:subject>PptxGenJS Presentation</dc:subject>
  <dc:creator>PptxGenJS</dc:creator>
  <cp:lastModifiedBy>PptxGenJS</cp:lastModifiedBy>
  <cp:revision>1</cp:revision>
  <dcterms:created xsi:type="dcterms:W3CDTF">2026-10-01T04:26:35Z</dcterms:created>
  <dcterms:modified xsi:type="dcterms:W3CDTF">2026-10-01T04:26:35Z</dcterms:modified>
</cp:coreProperties>
</file>