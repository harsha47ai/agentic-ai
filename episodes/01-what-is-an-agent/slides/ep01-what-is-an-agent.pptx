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in 20 seconds: 'Every vendor now sells agents. Most of them are a chatbot with a new logo. In ten minutes you'll know the difference — and the three things that break the moment you put one inside enterprise software. And over this series we're going to build an open-source ERP where every module has its agents.'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contract: three outcomes. Then the series promise — an open-source agentic ERP, built in public, one module per few episodes.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slowly, twice. Point at the three words. Remove any one and you have something useful — but not an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screenshot. The question that places any system on this line: who decides the control flow? Left: the developer wrote it. Right: the model chooses at runtime. Further right = more autonomy = more governance you owe.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it live if you can. Goal in; plan; act by calling a tool; observe the result; back to plan. It stops when the model decides the goal is met — or when YOU stop it with a cap on steps, cost or time. The cap is the part demos leave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Parts 1–3 get you a demo. 4–5 get you something that survives production. Every architecture review of an 'agent' should ask for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fair: these are often the RIGHT answer — cheaper, predictable, testable. The point is naming. Don't let 'agent' into the architecture review when the model never chooses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series map. Every one of these is a loop over tools with an approval in the middle. We build them in this order: sales returns first (next episode), then MCP, then the platform concerns.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breakpoint. The agent posts a credit note to the ledger — as whom? Walk the three options. The enterprise answer is the third: its own identity, scoped per company, per user, per task, least-privilege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breakpoint: one ERP, many companies. Memory, tools and retrieval each have to be isolated per company — or you've shipped a data leak with a chat window. The company filter is a column on every table from day one, set by the deployment, never by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breakpoint. Who approved the credit note? How do you audit a decision the model made at step 7 of 12? Four things before an agent touches production — each one is an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the call to action: next episode we build the first agent live, inside the ERP.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Shape 1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8" name="Shape 5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9" name="Shape 6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649224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548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01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051560"/>
            <a:ext cx="8229600" cy="782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4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18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1945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an AI agent actually is —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isn't — in enterprise software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 Pasumarthi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Founder &amp; CEO, Arthashastra Intelligence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1 · WHAT YOU'LL GET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Most “agents” are a chatbot with a new logo.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Tell an agent from a workflow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10 seconds, in any vendor demo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5 parts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real agent is built from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Spot the 3 breakpoints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when an agent goes inside enterprise software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SERIES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 build an open-source agentic ERP in public — inventory, sales, finance, procurement, HR — one module at a time. Today is the vocabulary.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ONE-LINE DEFINITION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agent is an LLM that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decides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what to do next — in a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loop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using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, until a goal is met.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DECIDES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picks the next action — not the developer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24612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7472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LOOP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 → act → observe → repeat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3504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TOOLS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can touch systems: APIs, databases, other agents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Remove any one of the three and it isn't an agent.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AUTONOMY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It's a spectrum, not a switch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Chatbot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4767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14884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4884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Prompt chain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3931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84048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4048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Workflow with LLM steps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3095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532120" y="1874520"/>
            <a:ext cx="146304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212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02259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23760" y="1874520"/>
            <a:ext cx="146304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2376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Multi-agent system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3063240"/>
            <a:ext cx="822960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DEVELOPER DECIDES THE FLOW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 DECIDES THE FLOW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further right you go, the more autonomy you get — and the more governance you owe. Most enterprise problems are solved well in the middle.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agent loop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the user wants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14630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Goal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94767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214884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 picks next step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14884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14884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3931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384048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call a tool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84048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3095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553212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read the result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53212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3212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Observe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02259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722376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 a limit is hit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223760" y="2011680"/>
            <a:ext cx="14630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2376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Done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572000" y="2743200"/>
            <a:ext cx="0" cy="36576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880360" y="3108960"/>
            <a:ext cx="1691640" cy="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2880360" y="2743200"/>
            <a:ext cx="0" cy="36576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274320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repeat until the goal is met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STOP CONDITIONS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are not optional. An agent without a cap on steps, cost and time isn't a product — it's a bill. Set all three before the first demo.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ANATOMY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5 parts of every agent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56232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7830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34640" y="18105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reasoning engine — picks actions, reads results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386584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386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313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Instructions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3408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system prompt, policies, what it may and may not 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284378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834640" y="28712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APIs, databases, MCP servers, other agents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34472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3741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Memory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834640" y="3401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short-term context + long-term store, per user and per company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977640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7200" y="3977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9044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Loop + limits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8346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orchestration, stop conditions, step / cost / time caps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675120" y="1783080"/>
            <a:ext cx="2011680" cy="26060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0" y="1920240"/>
            <a:ext cx="1645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1–3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you a demo
</a:t>
            </a:r>
            <a:pPr indent="0" marL="0">
              <a:buNone/>
            </a:pPr>
            <a:r>
              <a:rPr lang="en-US" sz="26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4–5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you something that survives production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VOCABULARY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is NOT an agent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Chatbot with retrieval (RAG)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Answers questions. Never acts. No tools beyond search.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Pipeline with one LLM step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developer decided the flow. The model fills in a blank.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Rules engine + LLM classifier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loop. No tool choice. One call, one label.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SAY IT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These are often the right answer. Just don't call them agents in the architecture review.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SERIES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Where agents live in an ERP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606040" cy="10972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 / CRM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19456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2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quote-to-order · returns · lead triage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246120" y="178308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472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98348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6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reorder · stock exceptions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35040" y="178308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6364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Finance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12, 26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invoice matching · month-end reconciliation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Procurement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6–8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supplier search · PO approval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24612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7472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HR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98348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later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347472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leave · expense approvals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03504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Platform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4, 9–11, 15, 25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626364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 · tenancy · evals · tracing · guardrails · cost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one is a loop over tools with an approval in the middle.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1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Identity: the agent posts to the ledger — as whom?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Service account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Simple. Over-privileged. One prompt injection away from every company's books.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user's token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Scoped right — but how do you delegate it safely to a process that runs for minutes?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21031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 identity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Its own principal, scoped per company, per user, per task. Least-privilege tools. Auditable.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15 goes deep on delegated auth and least-privilege tools.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2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Tenancy: one ERP, many companies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1828800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2423160"/>
            <a:ext cx="18288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(model + loop)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377440" y="228600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926080" y="196596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10896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Memory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2331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per-company store, never shared context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5216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1228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1228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377440" y="310896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926080" y="278892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8960" y="2862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108960" y="3154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company_id injected server-side on every call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5216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85216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81228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1228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7240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377440" y="393192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2926080" y="361188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108960" y="3685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Retrieval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108960" y="3977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index partitioned, filtered before ranking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85216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5216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81228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1228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777240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85216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COMPANIES — ISOLATED AT EVERY LAYER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one lane wrong and you've built a data leak with a chat window.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3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Accountability: who answers for step 7 of 12?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198424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1984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Trace every step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23134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model call, tool call and result, tied to a user and a company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63440" y="178308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92040" y="198424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92040" y="1984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23134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irreversible or high-value actions pause for a person — by design, not by prompt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301752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32186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218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182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Caps on steps, cost, time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35478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runaway loop is a budget incident; the cap is the circuit breaker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663440" y="301752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892040" y="32186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892040" y="3218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349240" y="3182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Evals before release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349240" y="35478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test set of real tasks, scored, run on every change — like any other software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Episodes 9, 10, 18 and 25 cover each of these in depth.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8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7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8" name="Shape 5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9" name="Shape 6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Recap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 =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1783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decides + loop + tools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PARTS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560320" y="2331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 · instructions · tools · memory · loop + limits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BREAKPOINTS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2880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 · tenancy · accountability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2 — Build your first AI agent: a sales-returns agent for the ERP, live, in one Python file.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github.com/harsha47ai/agentic-ai  ·  one episode a week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 1 — What an AI agent actually is — and isn't — in enterprise software</dc:title>
  <dc:subject>PptxGenJS Presentation</dc:subject>
  <dc:creator>PptxGenJS</dc:creator>
  <cp:lastModifiedBy>PptxGenJS</cp:lastModifiedBy>
  <cp:revision>1</cp:revision>
  <dcterms:created xsi:type="dcterms:W3CDTF">2026-10-12T04:18:49Z</dcterms:created>
  <dcterms:modified xsi:type="dcterms:W3CDTF">2026-10-12T04:18:49Z</dcterms:modified>
</cp:coreProperties>
</file>