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in 20 seconds: 'Every vendor now sells agents. Most of them are a chatbot with a new logo. In ten minutes you'll know the difference — and the three things that break the moment you put one inside enterprise software. And over this series we're going to build an open-source ERP where every module has its agents.'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contract: three outcomes. Then the series promise — an open-source agentic ERP, built in public, one module per few episodes.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slowly, twice. Point at the three words. Remove any one and you have something useful — but not an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screenshot. The question that places any system on this line: who decides the control flow? Left: the developer wrote it. Right: the model chooses at runtime. Further right = more autonomy = more governance you owe.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it live if you can. Goal in; plan; act by calling a tool; observe the result; back to plan. It stops when the model decides the goal is met — or when YOU stop it with a cap on steps, cost or time. The cap is the part demos leave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Parts 1–3 get you a demo. 4–5 get you something that survives production. Every architecture review of an 'agent' should ask for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fair: these are often the RIGHT answer — cheaper, predictable, testable. The point is naming. Don't let 'agent' into the architecture review when the model never chooses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series map. Every one of these is a loop over tools with an approval in the middle. We build them in this order: sales returns first (next episode), then MCP, then the platform concerns.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breakpoint. The agent posts a credit note to the ledger — as whom? Walk the three options. The enterprise answer is the third: its own identity, scoped per company, per user, per task, least-privilege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breakpoint: one ERP, many companies. Memory, tools and retrieval each have to be isolated per company — or you've shipped a data leak with a chat window. The company filter is a column on every table from day one, set by the deployment, never by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breakpoint. Who approved the credit note? How do you audit a decision the model made at step 7 of 12? Four things before an agent touches production — each one is an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30 seconds, then the call to action: next episode we build the first agent live, inside the ERP.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Shape 1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8" name="Shape 5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9" name="Shape 6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649224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548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01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143000"/>
            <a:ext cx="822960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4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1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0574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an AI agent actually is —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 isn't — in enterprise software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 Pasumarthi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Founder &amp; CEO, Arthashastra Intelligence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1 · WHAT YOU'LL GET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Most “agents” are a chatbot with a new logo.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Tell an agent from a workflow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10 seconds, in any vendor demo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Name the 5 parts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real agent is built from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Spot the 3 breakpoints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when an agent goes inside enterprise software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SERIES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We build an open-source agentic ERP in public — inventory, sales, finance, procurement, HR — one module at a time. Today is the vocabulary.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ONE-LINE DEFINITION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05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agent is an LLM that 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decides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what to do next — in a 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loop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— using 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</a:t>
            </a:r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, until a goal is met.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57200" y="2926080"/>
            <a:ext cx="2606040" cy="11887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DECIDES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model picks the next action — not the developer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246120" y="2926080"/>
            <a:ext cx="2606040" cy="11887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7472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LOOP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 → act → observe → repeat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35040" y="2926080"/>
            <a:ext cx="2606040" cy="11887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3063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TOOLS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3383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can touch systems: APIs, databases, other agents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Remove any one of the three and it isn't an agent.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AUTONOMY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It's a spectrum, not a switch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74520"/>
            <a:ext cx="1463040" cy="8686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Chatbot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94767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148840" y="1874520"/>
            <a:ext cx="1463040" cy="8686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4884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Prompt chain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3931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840480" y="1874520"/>
            <a:ext cx="1463040" cy="8686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4048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Workflow with LLM steps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3095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532120" y="1874520"/>
            <a:ext cx="146304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212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022592" y="2304288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23760" y="1874520"/>
            <a:ext cx="146304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23760" y="1874520"/>
            <a:ext cx="14630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Multi-agent system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3063240"/>
            <a:ext cx="822960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DEVELOPER DECIDES THE FLOW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 DECIDES THE FLOW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further right you go, the more autonomy you get — and the more governance you owe. Most enterprise problems are solved well in the middle.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agent loop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the user wants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14630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Goal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94767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214884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model picks next step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148840" y="2011680"/>
            <a:ext cx="14630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14884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63931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384048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call a tool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840480" y="2011680"/>
            <a:ext cx="14630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4048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3095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553212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read the result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532120" y="2011680"/>
            <a:ext cx="14630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3212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Observe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022592" y="2377440"/>
            <a:ext cx="18288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7223760" y="1691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or a limit is hit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223760" y="2011680"/>
            <a:ext cx="14630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23760" y="2011680"/>
            <a:ext cx="14630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Done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572000" y="2743200"/>
            <a:ext cx="0" cy="365760"/>
          </a:xfrm>
          <a:prstGeom prst="line">
            <a:avLst/>
          </a:prstGeom>
          <a:noFill/>
          <a:ln w="15875">
            <a:solidFill>
              <a:srgbClr val="FF570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880360" y="3108960"/>
            <a:ext cx="1691640" cy="0"/>
          </a:xfrm>
          <a:prstGeom prst="line">
            <a:avLst/>
          </a:prstGeom>
          <a:noFill/>
          <a:ln w="15875">
            <a:solidFill>
              <a:srgbClr val="FF57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2880360" y="2743200"/>
            <a:ext cx="0" cy="365760"/>
          </a:xfrm>
          <a:prstGeom prst="line">
            <a:avLst/>
          </a:prstGeom>
          <a:noFill/>
          <a:ln w="15875">
            <a:solidFill>
              <a:srgbClr val="FF5700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2743200" y="3154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repeat until the goal is met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STOP CONDITIONS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are not optional. An agent without a cap on steps, cost and time isn't a product — it's a bill. Set all three before the first demo.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ANATOMY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5 parts of every agent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56232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7830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Model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34640" y="181051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reasoning engine — picks actions, reads results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386584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386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313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Instructions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3408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system prompt, policies, what it may and may not 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284378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834640" y="28712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APIs, databases, MCP servers, other agents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34472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3447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37413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Memory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834640" y="3401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short-term context + long-term store, per user and per company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977640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7200" y="3977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9044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Loop + limits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8346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orchestration, stop conditions, step / cost / time caps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675120" y="1783080"/>
            <a:ext cx="2011680" cy="26060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0" y="1920240"/>
            <a:ext cx="1645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1–3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 you a demo
</a:t>
            </a:r>
            <a:pPr indent="0" marL="0">
              <a:buNone/>
            </a:pPr>
            <a:r>
              <a:rPr lang="en-US" sz="26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4–5
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 you something that survives production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VOCABULARY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is NOT an agent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Chatbot with retrieval (RAG)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Answers questions. Never acts. No tools beyond search.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Pipeline with one LLM step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developer decided the flow. The model fills in a blank.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Rules engine + LLM classifier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loop. No tool choice. One call, one label.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SAY IT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These are often the right answer. Just don't call them agents in the architecture review.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SERIES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Where agents live in an ERP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2606040" cy="10972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 / CRM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194560" y="19385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2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quote-to-order · returns · lead triage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246120" y="178308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472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983480" y="19385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6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reorder · stock exceptions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35040" y="178308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6364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Finance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19385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12, 26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invoice matching · month-end reconciliation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301752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Procurement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31729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6–8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supplier search · PO approval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246120" y="301752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7472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HR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983480" y="31729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later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347472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leave · expense approvals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035040" y="3017520"/>
            <a:ext cx="26060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3154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Platform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31729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4, 9–11, 15, 25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6263640" y="35204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 · tenancy · evals · tracing · guardrails · cost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one is a loop over tools with an approval in the middle.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BREAKS IN THE ENTERPRISE · 1 OF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Identity: the agent posts to the ledger — as whom?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D1434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Service account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2880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Simple. Over-privileged. One prompt injection away from every company's books.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~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user's token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2880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Scoped right — but how do you delegate it safely to a process that runs for minutes?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21031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 identity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2880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Its own principal, scoped per company, per user, per task. Least-privilege tools. Auditable.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 15 goes deep on delegated auth and least-privilege tools.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BREAKS IN THE ENTERPRISE · 2 OF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Tenancy: one ERP, many companies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1828800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57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2423160"/>
            <a:ext cx="18288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(model + loop)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377440" y="2286000"/>
            <a:ext cx="45720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926080" y="1965960"/>
            <a:ext cx="26517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108960" y="20391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Memory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2331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per-company store, never shared context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07568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52160" y="207568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ACME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12280" y="207568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12280" y="207568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NORTH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0" y="207568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0" y="207568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C3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377440" y="3108960"/>
            <a:ext cx="45720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926080" y="2788920"/>
            <a:ext cx="26517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8960" y="2862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108960" y="3154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company_id injected server-side on every call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852160" y="289864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852160" y="289864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ACME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812280" y="289864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12280" y="289864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NORTH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72400" y="289864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0" y="289864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C3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377440" y="3931920"/>
            <a:ext cx="457200" cy="0"/>
          </a:xfrm>
          <a:prstGeom prst="line">
            <a:avLst/>
          </a:prstGeom>
          <a:noFill/>
          <a:ln w="15875">
            <a:solidFill>
              <a:srgbClr val="919191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2926080" y="3611880"/>
            <a:ext cx="26517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108960" y="3685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Retrieval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108960" y="3977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index partitioned, filtered before ranking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852160" y="372160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52160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ACME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812280" y="372160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12280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NORTH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7772400" y="3721608"/>
            <a:ext cx="8229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0" y="3721608"/>
            <a:ext cx="822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C3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85216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COMPANIES — ISOLATED AT EVERY LAYER</a:t>
            </a:r>
            <a:endParaRPr lang="en-US" sz="8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Get one lane wrong and you've built a data leak with a chat window.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92608"/>
            <a:ext cx="82296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4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81381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7132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BREAKS IN THE ENTERPRISE · 3 OF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Accountability: who answers for step 7 of 12?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198424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1984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Trace every step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23134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model call, tool call and result, tied to a user and a company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663440" y="178308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92040" y="198424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92040" y="1984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23134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irreversible or high-value actions pause for a person — by design, not by prompt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301752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32186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218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182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Caps on steps, cost, time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35478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runaway loop is a budget incident; the cap is the circuit breaker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663440" y="3017520"/>
            <a:ext cx="40233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892040" y="32186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892040" y="3218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349240" y="3182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Evals before release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349240" y="35478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test set of real tasks, scored, run on every change — like any other software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Episodes 9, 10, 18 and 25 cover each of these in depth.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-2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with </a:t>
            </a:r>
            <a:pPr indent="0" marL="0">
              <a:buNone/>
            </a:pPr>
            <a:r>
              <a:rPr lang="en-US" sz="1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800" b="1" spc="-2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■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8" name="Shape 5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9" name="Shape 6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Recap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 =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1783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decides + loop + tools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PARTS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560320" y="2331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model · instructions · tools · memory · loop + limits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BREAKPOINTS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2880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 · tenancy · accountability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 2 — Build your first AI agent: a sales-returns agent for the ERP, live, in one Python file.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github.com/harsha47ai/agentic-ai  ·  one episode a week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 1 — What an AI agent actually is — and isn't — in enterprise software</dc:title>
  <dc:subject>PptxGenJS Presentation</dc:subject>
  <dc:creator>PptxGenJS</dc:creator>
  <cp:lastModifiedBy>PptxGenJS</cp:lastModifiedBy>
  <cp:revision>1</cp:revision>
  <dcterms:created xsi:type="dcterms:W3CDTF">2026-10-12T04:17:02Z</dcterms:created>
  <dcterms:modified xsi:type="dcterms:W3CDTF">2026-10-12T04:17:02Z</dcterms:modified>
</cp:coreProperties>
</file>