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time: what an agent is. Today: one Python file, one API key, a working agent inside a real ERP flow. We write the loop live, give it four ERP tools, and watch it take different paths on three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outcomes, then straight to the use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 case. A return is a great first agent because it is boring and it crosses three modules. Say the three documents it must produce.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before the live code. Four steps; we type only step 3. Tools and master data are already in erp_tools.py and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tools. Signature becomes the schema; the description is the ONLY thing the model reads to decide when to call it. Write it for the model: when, what format, what comes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Live-code this. Three parts: the model call (plan), the stop check (done), the tool execution (act + observe). Then point at MAX_STEPS — the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1. Narrate each tool call as it prints. Pause on step 2 — nobody told it to check policy; it chose to, because the description said 'call before any return'.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Runs 2 and 3 side by side. Same code, different paths. Run 3 stops and waits for you — type y on camera. This is human-in-the-loop in its simplest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 by side with workflow.py. Same job. In the workflow every line was written by you; in the agent the model chose the sequence. Neither is better — but only one is an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skipped, on purpose. Each is a later episode. Say the tenant one clearly: COMPANY came from an environment variable, not from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Recap, then the hook for Episode 3: the tools go behind an MCP server, and the loop doesn't change by a single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903720" y="457200"/>
            <a:ext cx="27432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4" name="Shape 1"/>
          <p:cNvSpPr/>
          <p:nvPr/>
        </p:nvSpPr>
        <p:spPr>
          <a:xfrm>
            <a:off x="7242048" y="457200"/>
            <a:ext cx="27432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5" name="Shape 2"/>
          <p:cNvSpPr/>
          <p:nvPr/>
        </p:nvSpPr>
        <p:spPr>
          <a:xfrm>
            <a:off x="7580376" y="457200"/>
            <a:ext cx="27432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6" name="Shape 3"/>
          <p:cNvSpPr/>
          <p:nvPr/>
        </p:nvSpPr>
        <p:spPr>
          <a:xfrm>
            <a:off x="6903720" y="795528"/>
            <a:ext cx="27432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7" name="Shape 4"/>
          <p:cNvSpPr/>
          <p:nvPr/>
        </p:nvSpPr>
        <p:spPr>
          <a:xfrm>
            <a:off x="7242048" y="795528"/>
            <a:ext cx="274320" cy="274320"/>
          </a:xfrm>
          <a:prstGeom prst="rect">
            <a:avLst/>
          </a:prstGeom>
          <a:solidFill>
            <a:srgbClr val="FF5700"/>
          </a:solidFill>
          <a:ln/>
        </p:spPr>
      </p:sp>
      <p:sp>
        <p:nvSpPr>
          <p:cNvPr id="8" name="Shape 5"/>
          <p:cNvSpPr/>
          <p:nvPr/>
        </p:nvSpPr>
        <p:spPr>
          <a:xfrm>
            <a:off x="7580376" y="795528"/>
            <a:ext cx="27432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9" name="Shape 6"/>
          <p:cNvSpPr/>
          <p:nvPr/>
        </p:nvSpPr>
        <p:spPr>
          <a:xfrm>
            <a:off x="6903720" y="1133856"/>
            <a:ext cx="27432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0" name="Shape 7"/>
          <p:cNvSpPr/>
          <p:nvPr/>
        </p:nvSpPr>
        <p:spPr>
          <a:xfrm>
            <a:off x="7242048" y="1133856"/>
            <a:ext cx="27432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1" name="Shape 8"/>
          <p:cNvSpPr/>
          <p:nvPr/>
        </p:nvSpPr>
        <p:spPr>
          <a:xfrm>
            <a:off x="7580376" y="1133856"/>
            <a:ext cx="27432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649224"/>
            <a:ext cx="91440" cy="91440"/>
          </a:xfrm>
          <a:prstGeom prst="rect">
            <a:avLst/>
          </a:prstGeom>
          <a:solidFill>
            <a:srgbClr val="FF57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3232" y="548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7A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EPISODE 02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1051560"/>
            <a:ext cx="8229600" cy="782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  with  </a:t>
            </a:r>
            <a:pPr indent="0" marL="0">
              <a:buNone/>
            </a:pPr>
            <a:r>
              <a:rPr lang="en-US" sz="44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harsha</a:t>
            </a:r>
            <a:pPr indent="0" marL="0">
              <a:buNone/>
            </a:pPr>
            <a:r>
              <a:rPr lang="en-US" sz="18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■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21945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 your first AI agent: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spc="-100" kern="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sales-returns agent for the ERP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548640" y="3931920"/>
            <a:ext cx="804672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Harsha Pasumarthi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Founder &amp; CEO, Arthashastra Intelligence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arthashastra.ai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  with  </a:t>
            </a:r>
            <a:pPr indent="0" marL="0">
              <a:buNone/>
            </a:pPr>
            <a:r>
              <a:rPr lang="en-US" sz="14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harsha</a:t>
            </a:r>
            <a:pPr indent="0" marL="0">
              <a:buNone/>
            </a:pPr>
            <a:r>
              <a:rPr lang="en-US" sz="6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■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905256"/>
            <a:ext cx="91440" cy="91440"/>
          </a:xfrm>
          <a:prstGeom prst="rect">
            <a:avLst/>
          </a:prstGeom>
          <a:solidFill>
            <a:srgbClr val="FF570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1792" y="8046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EPISODE 2 · WHAT YOU'LL GET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789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10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Python file. One API key. A working agent.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191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Arthashastra Learning · The Agentic Enterprise · Ep 2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191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arthashastra.ai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2057400"/>
            <a:ext cx="329184" cy="329184"/>
          </a:xfrm>
          <a:prstGeom prst="rect">
            <a:avLst/>
          </a:prstGeom>
          <a:solidFill>
            <a:srgbClr val="FF57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-5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Write the loop from scratch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~15 lines: plan, done?, act + observe, limit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46120" y="182880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74720" y="2057400"/>
            <a:ext cx="329184" cy="329184"/>
          </a:xfrm>
          <a:prstGeom prst="rect">
            <a:avLst/>
          </a:prstGeom>
          <a:solidFill>
            <a:srgbClr val="FF57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474720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-5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Give it 4 ERP tools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47472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Sales, Approval, Inventory + Finance + CRM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35040" y="1828800"/>
            <a:ext cx="260604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3640" y="2057400"/>
            <a:ext cx="329184" cy="329184"/>
          </a:xfrm>
          <a:prstGeom prst="rect">
            <a:avLst/>
          </a:prstGeom>
          <a:solidFill>
            <a:srgbClr val="FF57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263640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26364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-5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Watch it choose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26364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three cases, three different paths — one of them stops for you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F7F7F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37947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SETUP 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docker compose up -d · python -m erp.seed · export ANTHROPIC_API_KEY — details in INSTRUCTIONS.md in the repo.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  with  </a:t>
            </a:r>
            <a:pPr indent="0" marL="0">
              <a:buNone/>
            </a:pPr>
            <a:r>
              <a:rPr lang="en-US" sz="14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harsha</a:t>
            </a:r>
            <a:pPr indent="0" marL="0">
              <a:buNone/>
            </a:pPr>
            <a:r>
              <a:rPr lang="en-US" sz="6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■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905256"/>
            <a:ext cx="91440" cy="91440"/>
          </a:xfrm>
          <a:prstGeom prst="rect">
            <a:avLst/>
          </a:prstGeom>
          <a:solidFill>
            <a:srgbClr val="FF570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1792" y="8046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USE CASE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789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10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customer return touches three modules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191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Arthashastra Learning · The Agentic Enterprise · Ep 2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191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arthashastra.ai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“Customer C-1042 wants to return 2 units of WH-204 from sales order SO-7781 — arrived damaged.”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331720"/>
            <a:ext cx="2606040" cy="1508760"/>
          </a:xfrm>
          <a:prstGeom prst="rect">
            <a:avLst/>
          </a:prstGeom>
          <a:solidFill>
            <a:srgbClr val="F7F7F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-5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Sales / CRM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order, the return policy, a case note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get_sales_order · check_return_policy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2331720"/>
            <a:ext cx="26060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7472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-5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Inventory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restock-pending stock move to RETURNS-QC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create_return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035040" y="2331720"/>
            <a:ext cx="26060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6364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-5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Finance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credit note against the invoice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create_return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solidFill>
            <a:srgbClr val="F7F7F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 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returns over the threshold or outside the window never book themselves — the agent asks a human, by design.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  with  </a:t>
            </a:r>
            <a:pPr indent="0" marL="0">
              <a:buNone/>
            </a:pPr>
            <a:r>
              <a:rPr lang="en-US" sz="14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harsha</a:t>
            </a:r>
            <a:pPr indent="0" marL="0">
              <a:buNone/>
            </a:pPr>
            <a:r>
              <a:rPr lang="en-US" sz="6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■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905256"/>
            <a:ext cx="91440" cy="91440"/>
          </a:xfrm>
          <a:prstGeom prst="rect">
            <a:avLst/>
          </a:prstGeom>
          <a:solidFill>
            <a:srgbClr val="FF570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1792" y="8046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BUILDING YOUR FIRST AGENT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789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Four steps — we type one of them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191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Arthashastra Learning · The Agentic Enterprise · Ep 2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191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arthashastra.ai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874520"/>
            <a:ext cx="329184" cy="329184"/>
          </a:xfrm>
          <a:prstGeom prst="rect">
            <a:avLst/>
          </a:prstGeom>
          <a:solidFill>
            <a:srgbClr val="FF57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Set up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1856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pip install anthropic · docker compose up · python -m erp.seed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498080" y="1920240"/>
            <a:ext cx="1188720" cy="274320"/>
          </a:xfrm>
          <a:prstGeom prst="rect">
            <a:avLst/>
          </a:prstGeom>
          <a:solidFill>
            <a:srgbClr val="F7F7F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98080" y="1920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C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min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7200" y="2514600"/>
            <a:ext cx="329184" cy="329184"/>
          </a:xfrm>
          <a:prstGeom prst="rect">
            <a:avLst/>
          </a:prstGeom>
          <a:solidFill>
            <a:srgbClr val="FF57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720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2468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Define the tools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017520" y="24963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 functions + JSON schemas in erp_tools.py — the model reads the descriptions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498080" y="2560320"/>
            <a:ext cx="1188720" cy="274320"/>
          </a:xfrm>
          <a:prstGeom prst="rect">
            <a:avLst/>
          </a:prstGeom>
          <a:solidFill>
            <a:srgbClr val="F7F7F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98080" y="2560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C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pre-written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57200" y="3154680"/>
            <a:ext cx="329184" cy="329184"/>
          </a:xfrm>
          <a:prstGeom prst="rect">
            <a:avLst/>
          </a:prstGeom>
          <a:solidFill>
            <a:srgbClr val="FF570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5720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6012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Write the loop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017520" y="31363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plan → done? → act + observe → repeat, capped by MAX_STEPS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498080" y="3200400"/>
            <a:ext cx="1188720" cy="274320"/>
          </a:xfrm>
          <a:prstGeom prst="rect">
            <a:avLst/>
          </a:prstGeom>
          <a:solidFill>
            <a:srgbClr val="FF5700"/>
          </a:solidFill>
          <a:ln w="9525">
            <a:solidFill>
              <a:srgbClr val="FF570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9808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 type this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57200" y="3794760"/>
            <a:ext cx="329184" cy="329184"/>
          </a:xfrm>
          <a:prstGeom prst="rect">
            <a:avLst/>
          </a:prstGeom>
          <a:solidFill>
            <a:srgbClr val="FF5700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5720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6012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Run it three times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017520" y="37764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SO-7781 books · SO-7790 refused · SO-7795 waits for a human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7498080" y="3840480"/>
            <a:ext cx="1188720" cy="274320"/>
          </a:xfrm>
          <a:prstGeom prst="rect">
            <a:avLst/>
          </a:prstGeom>
          <a:solidFill>
            <a:srgbClr val="F7F7F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498080" y="3840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C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min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19191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agent_starter.py — tools pre-written, three TODOs where the loop goes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  with  </a:t>
            </a:r>
            <a:pPr indent="0" marL="0">
              <a:buNone/>
            </a:pPr>
            <a:r>
              <a:rPr lang="en-US" sz="14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harsha</a:t>
            </a:r>
            <a:pPr indent="0" marL="0">
              <a:buNone/>
            </a:pPr>
            <a:r>
              <a:rPr lang="en-US" sz="6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■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905256"/>
            <a:ext cx="91440" cy="91440"/>
          </a:xfrm>
          <a:prstGeom prst="rect">
            <a:avLst/>
          </a:prstGeom>
          <a:solidFill>
            <a:srgbClr val="FF570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1792" y="8046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TOOLS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789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Four tools the model can call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191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Arthashastra Learning · The Agentic Enterprise · Ep 2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191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arthashastra.ai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4023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get_sales_order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283464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Sales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240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order, lines, customer, delivery date, invoice. Always first.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1783080"/>
            <a:ext cx="4023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check_return_policy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Sales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240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window, accepted reason, quantity sold — and whether a human must approve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2971800"/>
            <a:ext cx="4023360" cy="1051560"/>
          </a:xfrm>
          <a:prstGeom prst="rect">
            <a:avLst/>
          </a:prstGeom>
          <a:solidFill>
            <a:srgbClr val="F7F7F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request_approval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283464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Approval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429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pauses for a person. Only when policy says so. Stop if declined.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63440" y="2971800"/>
            <a:ext cx="4023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92040" y="3108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create_return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Inventory · Finance · CRM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4892040" y="3429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credit note + stock move + case, in one transaction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F7F7F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4206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DESCRIPTION = CONTRACT 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model never sees your code, only the description. Vague description, wrong tool.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  with  </a:t>
            </a:r>
            <a:pPr indent="0" marL="0">
              <a:buNone/>
            </a:pPr>
            <a:r>
              <a:rPr lang="en-US" sz="14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harsha</a:t>
            </a:r>
            <a:pPr indent="0" marL="0">
              <a:buNone/>
            </a:pPr>
            <a:r>
              <a:rPr lang="en-US" sz="6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■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905256"/>
            <a:ext cx="91440" cy="91440"/>
          </a:xfrm>
          <a:prstGeom prst="rect">
            <a:avLst/>
          </a:prstGeom>
          <a:solidFill>
            <a:srgbClr val="FF570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1792" y="8046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LIVE CODE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789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whole agent is one loop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191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Arthashastra Learning · The Agentic Enterprise · Ep 2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191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arthashastra.ai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5394960" cy="26974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1920240"/>
            <a:ext cx="5029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step in range(1, MAX_STEPS + 1):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7A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resp = client.messages.create(model=MODEL, system=SYSTEM,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7A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tools=TOOLS, messages=messages)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messages.append({"role": "assistant", "content": resp.content})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FB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if resp.stop_reason != "tool_use":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FB3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return text_of(resp)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results = 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for block in resp.content: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if block.type == "tool_use":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7A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out = HANDLERS[block.name](**block.input)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results.append(tool_result(block.id, out))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messages.append({"role": "user", "content": results})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8A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return "Stopped: step limit reached."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080760" y="17830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080760" y="202082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model sees goal, tools and every result so far — and picks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080760" y="2459736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E7C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DONE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6080760" y="2697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tool requested → the model thinks the goal is met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080760" y="313639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+ OBSERVE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080760" y="33741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run what it asked, feed the result back, go around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080760" y="381304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1434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LIMIT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080760" y="40507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MAX_STEPS = 8. Cap cost and time too in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  with  </a:t>
            </a:r>
            <a:pPr indent="0" marL="0">
              <a:buNone/>
            </a:pPr>
            <a:r>
              <a:rPr lang="en-US" sz="14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harsha</a:t>
            </a:r>
            <a:pPr indent="0" marL="0">
              <a:buNone/>
            </a:pPr>
            <a:r>
              <a:rPr lang="en-US" sz="6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■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905256"/>
            <a:ext cx="91440" cy="91440"/>
          </a:xfrm>
          <a:prstGeom prst="rect">
            <a:avLst/>
          </a:prstGeom>
          <a:solidFill>
            <a:srgbClr val="FF570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1792" y="8046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 1 · SO-7781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789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10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 days old, INR 6,400 — booked automatically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191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Arthashastra Learning · The Agentic Enterprise · Ep 2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191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arthashastra.ai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8229600" cy="23774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19202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python returns_agent.py "Customer C-1042 wants to return 2 units of WH-204 from SO-7781, arrived damaged"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[step 1] tool=get_sales_order      input={"order_id": "SO-7781"}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7A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[step 2] tool=check_return_policy  input={"order_id": "SO-7781", "sku": "WH-204", "qty": 2, "reason": "damaged"}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[step 3] tool=create_return        input={...}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[FINANCE]   credit note CN-40001  6,400 against INV-30117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[INVENTORY] stock move  SM-70001  2 x WH-204 -&gt; RETURNS-QC (restock_pending)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[CRM]       case        CASE-9001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FINAL: Return booked for C-1042: 2 x WH-204 from SO-7781 (damaged). Credit note CN-40001 issued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against INV-30117; stock move SM-70001 created for QC.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F7F7F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4251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WATCH STEP 2 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nobody told it to check policy. The description did. That is the model choosing.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  with  </a:t>
            </a:r>
            <a:pPr indent="0" marL="0">
              <a:buNone/>
            </a:pPr>
            <a:r>
              <a:rPr lang="en-US" sz="14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harsha</a:t>
            </a:r>
            <a:pPr indent="0" marL="0">
              <a:buNone/>
            </a:pPr>
            <a:r>
              <a:rPr lang="en-US" sz="6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■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905256"/>
            <a:ext cx="91440" cy="91440"/>
          </a:xfrm>
          <a:prstGeom prst="rect">
            <a:avLst/>
          </a:prstGeom>
          <a:solidFill>
            <a:srgbClr val="FF570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1792" y="8046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RUNS 2 AND 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789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Same loop, different paths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191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Arthashastra Learning · The Agentic Enterprise · Ep 2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191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arthashastra.ai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1434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SO-7790 · 41 DAYS OLD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2103120"/>
            <a:ext cx="4023360" cy="20116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2402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[step 1] tool=get_sales_order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[step 2] tool=check_return_policy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8A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-&gt; eligible: false, days: 41, window: 30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FINAL: This return falls outside the 30-day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window (delivered 41 days ago). Nothing has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been booked; please escalate to the sales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manager if an exception is wanted.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SO-7795 · INR 73,500 · OVER THRESHOLD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63440" y="2103120"/>
            <a:ext cx="4023360" cy="20116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46320" y="22402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[step 1] tool=get_sales_order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[step 2] tool=check_return_policy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7A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-&gt; eligible: true, needs_human_approval: true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7A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[step 3] tool=request_approval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[APPROVAL NEEDED] SO-7795: 3 x MN-27Q, INR 73,500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Approve this return? (y/n): _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[step 4] tool=create_return   (only after y)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code changed between the three runs. The policy result changed what the model decided to do next.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  with  </a:t>
            </a:r>
            <a:pPr indent="0" marL="0">
              <a:buNone/>
            </a:pPr>
            <a:r>
              <a:rPr lang="en-US" sz="14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harsha</a:t>
            </a:r>
            <a:pPr indent="0" marL="0">
              <a:buNone/>
            </a:pPr>
            <a:r>
              <a:rPr lang="en-US" sz="6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■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905256"/>
            <a:ext cx="91440" cy="91440"/>
          </a:xfrm>
          <a:prstGeom prst="rect">
            <a:avLst/>
          </a:prstGeom>
          <a:solidFill>
            <a:srgbClr val="FF570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1792" y="8046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 VS AGENT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789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Same job. Who decided the flow?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191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Arthashastra Learning · The Agentic Enterprise · Ep 2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191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arthashastra.ai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E7C7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WORKFLOW.PY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2103120"/>
            <a:ext cx="4023360" cy="20116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2402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reason = classify_reason(text)      # LLM step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  = get_sales_order(so)         # fixed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policy = check_return_policy(...)    # fixed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 not policy['eligible']: return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if policy['needs_human_approval']: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request_approval(...)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create_return(...)                   # fixed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line written by the developer.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RETURNS_AGENT.PY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63440" y="2103120"/>
            <a:ext cx="4023360" cy="20116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46320" y="22402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step in range(MAX_STEPS):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resp = model(goal, tools, history)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if done: return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run what it asked; append results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model chose each tool, each time.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F7F7F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42519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PICK THE WORKFLOW 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when the steps are known and fixed. Pick the agent when the next step depends on what the last one returned.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24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  with  </a:t>
            </a:r>
            <a:pPr indent="0" marL="0">
              <a:buNone/>
            </a:pPr>
            <a:r>
              <a:rPr lang="en-US" sz="14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harsha</a:t>
            </a:r>
            <a:pPr indent="0" marL="0">
              <a:buNone/>
            </a:pPr>
            <a:r>
              <a:rPr lang="en-US" sz="6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■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905256"/>
            <a:ext cx="91440" cy="91440"/>
          </a:xfrm>
          <a:prstGeom prst="rect">
            <a:avLst/>
          </a:prstGeom>
          <a:solidFill>
            <a:srgbClr val="FF5700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1792" y="8046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WE SKIPPED (ON PURPOSE)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789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-10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agent is not production-ready — yet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191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Arthashastra Learning · The Agentic Enterprise · Ep 2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1919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arthashastra.ai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4023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 data over MCP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19385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Ep 3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240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tools are Python functions in-process. Next episode they move behind an MCP server.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1783080"/>
            <a:ext cx="4023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Identity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680960" y="19385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Ep 15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240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agent used the app's DB credentials. It needs its own, scoped per task.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2971800"/>
            <a:ext cx="4023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Tracing and evals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474720" y="31272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Ep 9–10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429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 read print statements. Production needs traces and a scored test set.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63440" y="2971800"/>
            <a:ext cx="4023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9204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50" kern="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Guardrails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680960" y="31272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Ep 25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4892040" y="3429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nothing checks the model's inputs and outputs. Yet.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F7F7F5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42062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57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ONE THING WE DID RIGHT  </a:t>
            </a:r>
            <a:pPr indent="0" marL="0">
              <a:buNone/>
            </a:pPr>
            <a:r>
              <a:rPr lang="en-US" sz="1150" dirty="0">
                <a:solidFill>
                  <a:srgbClr val="1C1C1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tenant (ERP_COMPANY) is set by the deployment and injected into every query. The model never picks it.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learn  with  </a:t>
            </a:r>
            <a:pPr indent="0" marL="0">
              <a:buNone/>
            </a:pPr>
            <a:r>
              <a:rPr lang="en-US" sz="18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harsha</a:t>
            </a:r>
            <a:pPr indent="0" marL="0">
              <a:buNone/>
            </a:pPr>
            <a:r>
              <a:rPr lang="en-US" sz="700" b="1" spc="100" kern="0" dirty="0">
                <a:solidFill>
                  <a:srgbClr val="FF57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■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6903720" y="457200"/>
            <a:ext cx="27432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5" name="Shape 2"/>
          <p:cNvSpPr/>
          <p:nvPr/>
        </p:nvSpPr>
        <p:spPr>
          <a:xfrm>
            <a:off x="7242048" y="457200"/>
            <a:ext cx="27432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6" name="Shape 3"/>
          <p:cNvSpPr/>
          <p:nvPr/>
        </p:nvSpPr>
        <p:spPr>
          <a:xfrm>
            <a:off x="7580376" y="457200"/>
            <a:ext cx="27432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7" name="Shape 4"/>
          <p:cNvSpPr/>
          <p:nvPr/>
        </p:nvSpPr>
        <p:spPr>
          <a:xfrm>
            <a:off x="6903720" y="795528"/>
            <a:ext cx="27432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8" name="Shape 5"/>
          <p:cNvSpPr/>
          <p:nvPr/>
        </p:nvSpPr>
        <p:spPr>
          <a:xfrm>
            <a:off x="7242048" y="795528"/>
            <a:ext cx="274320" cy="274320"/>
          </a:xfrm>
          <a:prstGeom prst="rect">
            <a:avLst/>
          </a:prstGeom>
          <a:solidFill>
            <a:srgbClr val="FF5700"/>
          </a:solidFill>
          <a:ln/>
        </p:spPr>
      </p:sp>
      <p:sp>
        <p:nvSpPr>
          <p:cNvPr id="9" name="Shape 6"/>
          <p:cNvSpPr/>
          <p:nvPr/>
        </p:nvSpPr>
        <p:spPr>
          <a:xfrm>
            <a:off x="7580376" y="795528"/>
            <a:ext cx="27432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0" name="Shape 7"/>
          <p:cNvSpPr/>
          <p:nvPr/>
        </p:nvSpPr>
        <p:spPr>
          <a:xfrm>
            <a:off x="6903720" y="1133856"/>
            <a:ext cx="27432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1" name="Shape 8"/>
          <p:cNvSpPr/>
          <p:nvPr/>
        </p:nvSpPr>
        <p:spPr>
          <a:xfrm>
            <a:off x="7242048" y="1133856"/>
            <a:ext cx="27432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2" name="Shape 9"/>
          <p:cNvSpPr/>
          <p:nvPr/>
        </p:nvSpPr>
        <p:spPr>
          <a:xfrm>
            <a:off x="7580376" y="1133856"/>
            <a:ext cx="274320" cy="2743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Recap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1783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7A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 =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17830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loop over tools with a limit — ~15 lines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7A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TOOLS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560320" y="23317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description is the contract; the model reads nothing else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2880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7A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RUNS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28803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booked · refused · waited for a human — same code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3931920"/>
            <a:ext cx="804672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0050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FF7A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NEXT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Episode 3 — Build your first MCP server for the ERP: Inventory, Sales and Finance tools any agent can use.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github.com/harsha47ai/agentic-ai  ·  one episode a week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 2 — Build your first AI agent: a sales-returns agent for the ERP</dc:title>
  <dc:subject>PptxGenJS Presentation</dc:subject>
  <dc:creator>PptxGenJS</dc:creator>
  <cp:lastModifiedBy>PptxGenJS</cp:lastModifiedBy>
  <cp:revision>1</cp:revision>
  <dcterms:created xsi:type="dcterms:W3CDTF">2026-10-12T04:18:49Z</dcterms:created>
  <dcterms:modified xsi:type="dcterms:W3CDTF">2026-10-12T04:18:49Z</dcterms:modified>
</cp:coreProperties>
</file>